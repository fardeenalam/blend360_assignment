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</p:sldIdLst>
  <p:sldSz cy="5143500" cx="9144000"/>
  <p:notesSz cx="6858000" cy="9144000"/>
  <p:embeddedFontLst>
    <p:embeddedFont>
      <p:font typeface="Nunito"/>
      <p:regular r:id="rId25"/>
      <p:bold r:id="rId26"/>
      <p:italic r:id="rId27"/>
      <p:boldItalic r:id="rId28"/>
    </p:embeddedFont>
    <p:embeddedFont>
      <p:font typeface="Maven Pro"/>
      <p:regular r:id="rId29"/>
      <p:bold r:id="rId30"/>
    </p:embeddedFont>
    <p:embeddedFont>
      <p:font typeface="Roboto Mono"/>
      <p:regular r:id="rId31"/>
      <p:bold r:id="rId32"/>
      <p:italic r:id="rId33"/>
      <p:boldItalic r:id="rId3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Nunito-bold.fntdata"/><Relationship Id="rId25" Type="http://schemas.openxmlformats.org/officeDocument/2006/relationships/font" Target="fonts/Nunito-regular.fntdata"/><Relationship Id="rId28" Type="http://schemas.openxmlformats.org/officeDocument/2006/relationships/font" Target="fonts/Nunito-boldItalic.fntdata"/><Relationship Id="rId27" Type="http://schemas.openxmlformats.org/officeDocument/2006/relationships/font" Target="fonts/Nunito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MavenPro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RobotoMono-regular.fntdata"/><Relationship Id="rId30" Type="http://schemas.openxmlformats.org/officeDocument/2006/relationships/font" Target="fonts/MavenPro-bold.fntdata"/><Relationship Id="rId11" Type="http://schemas.openxmlformats.org/officeDocument/2006/relationships/slide" Target="slides/slide6.xml"/><Relationship Id="rId33" Type="http://schemas.openxmlformats.org/officeDocument/2006/relationships/font" Target="fonts/RobotoMono-italic.fntdata"/><Relationship Id="rId10" Type="http://schemas.openxmlformats.org/officeDocument/2006/relationships/slide" Target="slides/slide5.xml"/><Relationship Id="rId32" Type="http://schemas.openxmlformats.org/officeDocument/2006/relationships/font" Target="fonts/RobotoMono-bold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34" Type="http://schemas.openxmlformats.org/officeDocument/2006/relationships/font" Target="fonts/RobotoMono-boldItalic.fntdata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3c8578ac188_0_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1" name="Google Shape;281;g3c8578ac188_0_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g3c8578ac188_0_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6" name="Google Shape;286;g3c8578ac188_0_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g3c8578ac188_0_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3" name="Google Shape;293;g3c8578ac188_0_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g3c8578ac188_0_3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9" name="Google Shape;299;g3c8578ac188_0_3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g3c8578ac188_0_4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5" name="Google Shape;305;g3c8578ac188_0_4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3c8578ac188_0_3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0" name="Google Shape;310;g3c8578ac188_0_3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g3c8578ac188_0_3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7" name="Google Shape;317;g3c8578ac188_0_3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g3c8578ac188_0_3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3" name="Google Shape;323;g3c8578ac188_0_3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g3c8578ac188_0_3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8" name="Google Shape;328;g3c8578ac188_0_3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g3c8578ac188_0_4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5" name="Google Shape;335;g3c8578ac188_0_4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g3c8578ac188_0_4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0" name="Google Shape;340;g3c8578ac188_0_4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g3c8578ac188_0_4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6" name="Google Shape;346;g3c8578ac188_0_4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g3c8578ac188_0_4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2" name="Google Shape;352;g3c8578ac188_0_4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g3c8578ac188_0_4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7" name="Google Shape;357;g3c8578ac188_0_4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g3c8578ac188_0_4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2" name="Google Shape;362;g3c8578ac188_0_4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g3c8578ac188_0_4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7" name="Google Shape;367;g3c8578ac188_0_4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g3c8578ac188_0_4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2" name="Google Shape;372;g3c8578ac188_0_4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g3c8578ac188_0_4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7" name="Google Shape;377;g3c8578ac188_0_4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accent3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7343003" y="3409675"/>
            <a:ext cx="1691422" cy="1732548"/>
            <a:chOff x="7343003" y="3409675"/>
            <a:chExt cx="1691422" cy="1732548"/>
          </a:xfrm>
        </p:grpSpPr>
        <p:grpSp>
          <p:nvGrpSpPr>
            <p:cNvPr id="11" name="Google Shape;11;p2"/>
            <p:cNvGrpSpPr/>
            <p:nvPr/>
          </p:nvGrpSpPr>
          <p:grpSpPr>
            <a:xfrm>
              <a:off x="7343003" y="4453711"/>
              <a:ext cx="316800" cy="688513"/>
              <a:chOff x="7343003" y="4453711"/>
              <a:chExt cx="316800" cy="688513"/>
            </a:xfrm>
          </p:grpSpPr>
          <p:sp>
            <p:nvSpPr>
              <p:cNvPr id="12" name="Google Shape;12;p2"/>
              <p:cNvSpPr/>
              <p:nvPr/>
            </p:nvSpPr>
            <p:spPr>
              <a:xfrm>
                <a:off x="7343003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" name="Google Shape;13;p2"/>
              <p:cNvSpPr/>
              <p:nvPr/>
            </p:nvSpPr>
            <p:spPr>
              <a:xfrm>
                <a:off x="7343003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" name="Google Shape;14;p2"/>
            <p:cNvGrpSpPr/>
            <p:nvPr/>
          </p:nvGrpSpPr>
          <p:grpSpPr>
            <a:xfrm>
              <a:off x="7801210" y="4105700"/>
              <a:ext cx="316800" cy="1036523"/>
              <a:chOff x="7801210" y="4105700"/>
              <a:chExt cx="316800" cy="1036523"/>
            </a:xfrm>
          </p:grpSpPr>
          <p:sp>
            <p:nvSpPr>
              <p:cNvPr id="15" name="Google Shape;15;p2"/>
              <p:cNvSpPr/>
              <p:nvPr/>
            </p:nvSpPr>
            <p:spPr>
              <a:xfrm>
                <a:off x="7801210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" name="Google Shape;16;p2"/>
              <p:cNvSpPr/>
              <p:nvPr/>
            </p:nvSpPr>
            <p:spPr>
              <a:xfrm>
                <a:off x="7801210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" name="Google Shape;17;p2"/>
              <p:cNvSpPr/>
              <p:nvPr/>
            </p:nvSpPr>
            <p:spPr>
              <a:xfrm>
                <a:off x="7801210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" name="Google Shape;18;p2"/>
            <p:cNvGrpSpPr/>
            <p:nvPr/>
          </p:nvGrpSpPr>
          <p:grpSpPr>
            <a:xfrm>
              <a:off x="8259418" y="3757688"/>
              <a:ext cx="316800" cy="1384535"/>
              <a:chOff x="8259418" y="3757688"/>
              <a:chExt cx="316800" cy="1384535"/>
            </a:xfrm>
          </p:grpSpPr>
          <p:sp>
            <p:nvSpPr>
              <p:cNvPr id="19" name="Google Shape;19;p2"/>
              <p:cNvSpPr/>
              <p:nvPr/>
            </p:nvSpPr>
            <p:spPr>
              <a:xfrm>
                <a:off x="8259418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" name="Google Shape;20;p2"/>
              <p:cNvSpPr/>
              <p:nvPr/>
            </p:nvSpPr>
            <p:spPr>
              <a:xfrm>
                <a:off x="8259418" y="3757688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" name="Google Shape;21;p2"/>
              <p:cNvSpPr/>
              <p:nvPr/>
            </p:nvSpPr>
            <p:spPr>
              <a:xfrm>
                <a:off x="8259418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" name="Google Shape;22;p2"/>
              <p:cNvSpPr/>
              <p:nvPr/>
            </p:nvSpPr>
            <p:spPr>
              <a:xfrm>
                <a:off x="8259418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" name="Google Shape;23;p2"/>
            <p:cNvGrpSpPr/>
            <p:nvPr/>
          </p:nvGrpSpPr>
          <p:grpSpPr>
            <a:xfrm>
              <a:off x="8717625" y="3409675"/>
              <a:ext cx="316800" cy="1732548"/>
              <a:chOff x="8717625" y="3409675"/>
              <a:chExt cx="316800" cy="1732548"/>
            </a:xfrm>
          </p:grpSpPr>
          <p:sp>
            <p:nvSpPr>
              <p:cNvPr id="24" name="Google Shape;24;p2"/>
              <p:cNvSpPr/>
              <p:nvPr/>
            </p:nvSpPr>
            <p:spPr>
              <a:xfrm>
                <a:off x="8717625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" name="Google Shape;25;p2"/>
              <p:cNvSpPr/>
              <p:nvPr/>
            </p:nvSpPr>
            <p:spPr>
              <a:xfrm>
                <a:off x="8717625" y="3757688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" name="Google Shape;26;p2"/>
              <p:cNvSpPr/>
              <p:nvPr/>
            </p:nvSpPr>
            <p:spPr>
              <a:xfrm>
                <a:off x="8717625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" name="Google Shape;27;p2"/>
              <p:cNvSpPr/>
              <p:nvPr/>
            </p:nvSpPr>
            <p:spPr>
              <a:xfrm>
                <a:off x="8717625" y="3409675"/>
                <a:ext cx="316800" cy="1732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" name="Google Shape;28;p2"/>
              <p:cNvSpPr/>
              <p:nvPr/>
            </p:nvSpPr>
            <p:spPr>
              <a:xfrm>
                <a:off x="8717625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29" name="Google Shape;29;p2"/>
          <p:cNvGrpSpPr/>
          <p:nvPr/>
        </p:nvGrpSpPr>
        <p:grpSpPr>
          <a:xfrm>
            <a:off x="5043503" y="0"/>
            <a:ext cx="3814072" cy="3839102"/>
            <a:chOff x="5043503" y="0"/>
            <a:chExt cx="3814072" cy="3839102"/>
          </a:xfrm>
        </p:grpSpPr>
        <p:sp>
          <p:nvSpPr>
            <p:cNvPr id="30" name="Google Shape;30;p2"/>
            <p:cNvSpPr/>
            <p:nvPr/>
          </p:nvSpPr>
          <p:spPr>
            <a:xfrm>
              <a:off x="8460975" y="1817775"/>
              <a:ext cx="396600" cy="39660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2"/>
            <p:cNvSpPr/>
            <p:nvPr/>
          </p:nvSpPr>
          <p:spPr>
            <a:xfrm rot="-9830444">
              <a:off x="6469759" y="3480728"/>
              <a:ext cx="320148" cy="320148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2" name="Google Shape;32;p2"/>
            <p:cNvGrpSpPr/>
            <p:nvPr/>
          </p:nvGrpSpPr>
          <p:grpSpPr>
            <a:xfrm>
              <a:off x="7647812" y="2704283"/>
              <a:ext cx="635219" cy="635219"/>
              <a:chOff x="6725724" y="2701260"/>
              <a:chExt cx="1208101" cy="1208100"/>
            </a:xfrm>
          </p:grpSpPr>
          <p:sp>
            <p:nvSpPr>
              <p:cNvPr id="33" name="Google Shape;33;p2"/>
              <p:cNvSpPr/>
              <p:nvPr/>
            </p:nvSpPr>
            <p:spPr>
              <a:xfrm rot="5400000">
                <a:off x="6725725" y="2701260"/>
                <a:ext cx="1208100" cy="1208100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" name="Google Shape;34;p2"/>
              <p:cNvSpPr/>
              <p:nvPr/>
            </p:nvSpPr>
            <p:spPr>
              <a:xfrm rot="5400000">
                <a:off x="6725724" y="2701260"/>
                <a:ext cx="1208100" cy="1208100"/>
              </a:xfrm>
              <a:prstGeom prst="pie">
                <a:avLst>
                  <a:gd fmla="val 8244818" name="adj1"/>
                  <a:gd fmla="val 16246175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" name="Google Shape;35;p2"/>
              <p:cNvSpPr/>
              <p:nvPr/>
            </p:nvSpPr>
            <p:spPr>
              <a:xfrm rot="5400000">
                <a:off x="6954988" y="2930398"/>
                <a:ext cx="749700" cy="749700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36" name="Google Shape;36;p2"/>
            <p:cNvSpPr/>
            <p:nvPr/>
          </p:nvSpPr>
          <p:spPr>
            <a:xfrm>
              <a:off x="8460975" y="1817775"/>
              <a:ext cx="396600" cy="396600"/>
            </a:xfrm>
            <a:prstGeom prst="pie">
              <a:avLst>
                <a:gd fmla="val 19376841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7" name="Google Shape;37;p2"/>
            <p:cNvGrpSpPr/>
            <p:nvPr/>
          </p:nvGrpSpPr>
          <p:grpSpPr>
            <a:xfrm>
              <a:off x="7952720" y="179238"/>
              <a:ext cx="873165" cy="873003"/>
              <a:chOff x="7754428" y="208725"/>
              <a:chExt cx="541800" cy="541800"/>
            </a:xfrm>
          </p:grpSpPr>
          <p:sp>
            <p:nvSpPr>
              <p:cNvPr id="38" name="Google Shape;38;p2"/>
              <p:cNvSpPr/>
              <p:nvPr/>
            </p:nvSpPr>
            <p:spPr>
              <a:xfrm rot="-8647347">
                <a:off x="7831319" y="285616"/>
                <a:ext cx="388018" cy="388018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" name="Google Shape;39;p2"/>
              <p:cNvSpPr/>
              <p:nvPr/>
            </p:nvSpPr>
            <p:spPr>
              <a:xfrm rot="-8647347">
                <a:off x="7831319" y="285616"/>
                <a:ext cx="388018" cy="388018"/>
              </a:xfrm>
              <a:prstGeom prst="pie">
                <a:avLst>
                  <a:gd fmla="val 19376841" name="adj1"/>
                  <a:gd fmla="val 12313574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40" name="Google Shape;40;p2"/>
            <p:cNvSpPr/>
            <p:nvPr/>
          </p:nvSpPr>
          <p:spPr>
            <a:xfrm>
              <a:off x="5399840" y="356365"/>
              <a:ext cx="2577000" cy="257700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" name="Google Shape;41;p2"/>
            <p:cNvSpPr/>
            <p:nvPr/>
          </p:nvSpPr>
          <p:spPr>
            <a:xfrm rot="2043858">
              <a:off x="5503813" y="460310"/>
              <a:ext cx="2369480" cy="236948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" name="Google Shape;42;p2"/>
            <p:cNvSpPr/>
            <p:nvPr/>
          </p:nvSpPr>
          <p:spPr>
            <a:xfrm>
              <a:off x="5399795" y="360281"/>
              <a:ext cx="2577000" cy="2577000"/>
            </a:xfrm>
            <a:prstGeom prst="pie">
              <a:avLst>
                <a:gd fmla="val 8801158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" name="Google Shape;43;p2"/>
            <p:cNvSpPr/>
            <p:nvPr/>
          </p:nvSpPr>
          <p:spPr>
            <a:xfrm rot="2044777">
              <a:off x="5911449" y="867729"/>
              <a:ext cx="1554223" cy="1554223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2"/>
            <p:cNvSpPr/>
            <p:nvPr/>
          </p:nvSpPr>
          <p:spPr>
            <a:xfrm>
              <a:off x="5399795" y="356358"/>
              <a:ext cx="2577000" cy="2577000"/>
            </a:xfrm>
            <a:prstGeom prst="pie">
              <a:avLst>
                <a:gd fmla="val 12554101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" name="Google Shape;45;p2"/>
            <p:cNvSpPr/>
            <p:nvPr/>
          </p:nvSpPr>
          <p:spPr>
            <a:xfrm rot="-9830444">
              <a:off x="6469759" y="3480727"/>
              <a:ext cx="320148" cy="320148"/>
            </a:xfrm>
            <a:prstGeom prst="pie">
              <a:avLst>
                <a:gd fmla="val 19376841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6" name="Google Shape;46;p2"/>
          <p:cNvSpPr txBox="1"/>
          <p:nvPr>
            <p:ph type="ctrTitle"/>
          </p:nvPr>
        </p:nvSpPr>
        <p:spPr>
          <a:xfrm>
            <a:off x="824000" y="1613813"/>
            <a:ext cx="42555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p2"/>
          <p:cNvSpPr txBox="1"/>
          <p:nvPr>
            <p:ph idx="1" type="subTitle"/>
          </p:nvPr>
        </p:nvSpPr>
        <p:spPr>
          <a:xfrm>
            <a:off x="824000" y="3596300"/>
            <a:ext cx="4255500" cy="69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8" name="Google Shape;48;p2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" name="Google Shape;50;p3"/>
          <p:cNvGrpSpPr/>
          <p:nvPr/>
        </p:nvGrpSpPr>
        <p:grpSpPr>
          <a:xfrm>
            <a:off x="146769" y="3406"/>
            <a:ext cx="1233215" cy="1384535"/>
            <a:chOff x="146769" y="3406"/>
            <a:chExt cx="1233215" cy="1384535"/>
          </a:xfrm>
        </p:grpSpPr>
        <p:grpSp>
          <p:nvGrpSpPr>
            <p:cNvPr id="51" name="Google Shape;51;p3"/>
            <p:cNvGrpSpPr/>
            <p:nvPr/>
          </p:nvGrpSpPr>
          <p:grpSpPr>
            <a:xfrm>
              <a:off x="1063183" y="3406"/>
              <a:ext cx="316800" cy="688513"/>
              <a:chOff x="1063183" y="3406"/>
              <a:chExt cx="316800" cy="688513"/>
            </a:xfrm>
          </p:grpSpPr>
          <p:sp>
            <p:nvSpPr>
              <p:cNvPr id="52" name="Google Shape;52;p3"/>
              <p:cNvSpPr/>
              <p:nvPr/>
            </p:nvSpPr>
            <p:spPr>
              <a:xfrm rot="10800000">
                <a:off x="1063183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" name="Google Shape;53;p3"/>
              <p:cNvSpPr/>
              <p:nvPr/>
            </p:nvSpPr>
            <p:spPr>
              <a:xfrm rot="10800000">
                <a:off x="1063183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4" name="Google Shape;54;p3"/>
            <p:cNvGrpSpPr/>
            <p:nvPr/>
          </p:nvGrpSpPr>
          <p:grpSpPr>
            <a:xfrm>
              <a:off x="604976" y="3406"/>
              <a:ext cx="316800" cy="1036524"/>
              <a:chOff x="604976" y="3406"/>
              <a:chExt cx="316800" cy="1036524"/>
            </a:xfrm>
          </p:grpSpPr>
          <p:sp>
            <p:nvSpPr>
              <p:cNvPr id="55" name="Google Shape;55;p3"/>
              <p:cNvSpPr/>
              <p:nvPr/>
            </p:nvSpPr>
            <p:spPr>
              <a:xfrm rot="10800000">
                <a:off x="604976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" name="Google Shape;56;p3"/>
              <p:cNvSpPr/>
              <p:nvPr/>
            </p:nvSpPr>
            <p:spPr>
              <a:xfrm rot="10800000">
                <a:off x="604976" y="343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" name="Google Shape;57;p3"/>
              <p:cNvSpPr/>
              <p:nvPr/>
            </p:nvSpPr>
            <p:spPr>
              <a:xfrm rot="10800000">
                <a:off x="604976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8" name="Google Shape;58;p3"/>
            <p:cNvGrpSpPr/>
            <p:nvPr/>
          </p:nvGrpSpPr>
          <p:grpSpPr>
            <a:xfrm>
              <a:off x="146769" y="3406"/>
              <a:ext cx="316800" cy="1384535"/>
              <a:chOff x="146769" y="3406"/>
              <a:chExt cx="316800" cy="1384535"/>
            </a:xfrm>
          </p:grpSpPr>
          <p:sp>
            <p:nvSpPr>
              <p:cNvPr id="59" name="Google Shape;59;p3"/>
              <p:cNvSpPr/>
              <p:nvPr/>
            </p:nvSpPr>
            <p:spPr>
              <a:xfrm rot="10800000">
                <a:off x="146769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" name="Google Shape;60;p3"/>
              <p:cNvSpPr/>
              <p:nvPr/>
            </p:nvSpPr>
            <p:spPr>
              <a:xfrm rot="10800000">
                <a:off x="146769" y="3441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" name="Google Shape;61;p3"/>
              <p:cNvSpPr/>
              <p:nvPr/>
            </p:nvSpPr>
            <p:spPr>
              <a:xfrm rot="10800000">
                <a:off x="146769" y="343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" name="Google Shape;62;p3"/>
              <p:cNvSpPr/>
              <p:nvPr/>
            </p:nvSpPr>
            <p:spPr>
              <a:xfrm rot="10800000">
                <a:off x="146769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63" name="Google Shape;63;p3"/>
          <p:cNvGrpSpPr/>
          <p:nvPr/>
        </p:nvGrpSpPr>
        <p:grpSpPr>
          <a:xfrm>
            <a:off x="6775084" y="2904008"/>
            <a:ext cx="2186148" cy="2239500"/>
            <a:chOff x="6775084" y="2904008"/>
            <a:chExt cx="2186148" cy="2239500"/>
          </a:xfrm>
        </p:grpSpPr>
        <p:grpSp>
          <p:nvGrpSpPr>
            <p:cNvPr id="64" name="Google Shape;64;p3"/>
            <p:cNvGrpSpPr/>
            <p:nvPr/>
          </p:nvGrpSpPr>
          <p:grpSpPr>
            <a:xfrm>
              <a:off x="6775084" y="4253708"/>
              <a:ext cx="409500" cy="889800"/>
              <a:chOff x="6775084" y="4253708"/>
              <a:chExt cx="409500" cy="889800"/>
            </a:xfrm>
          </p:grpSpPr>
          <p:sp>
            <p:nvSpPr>
              <p:cNvPr id="65" name="Google Shape;65;p3"/>
              <p:cNvSpPr/>
              <p:nvPr/>
            </p:nvSpPr>
            <p:spPr>
              <a:xfrm>
                <a:off x="6775084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" name="Google Shape;66;p3"/>
              <p:cNvSpPr/>
              <p:nvPr/>
            </p:nvSpPr>
            <p:spPr>
              <a:xfrm>
                <a:off x="6775084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67" name="Google Shape;67;p3"/>
            <p:cNvGrpSpPr/>
            <p:nvPr/>
          </p:nvGrpSpPr>
          <p:grpSpPr>
            <a:xfrm>
              <a:off x="7367299" y="3804008"/>
              <a:ext cx="409500" cy="1339500"/>
              <a:chOff x="7367299" y="3804008"/>
              <a:chExt cx="409500" cy="1339500"/>
            </a:xfrm>
          </p:grpSpPr>
          <p:sp>
            <p:nvSpPr>
              <p:cNvPr id="68" name="Google Shape;68;p3"/>
              <p:cNvSpPr/>
              <p:nvPr/>
            </p:nvSpPr>
            <p:spPr>
              <a:xfrm>
                <a:off x="7367299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9" name="Google Shape;69;p3"/>
              <p:cNvSpPr/>
              <p:nvPr/>
            </p:nvSpPr>
            <p:spPr>
              <a:xfrm>
                <a:off x="7367299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0" name="Google Shape;70;p3"/>
              <p:cNvSpPr/>
              <p:nvPr/>
            </p:nvSpPr>
            <p:spPr>
              <a:xfrm>
                <a:off x="7367299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1" name="Google Shape;71;p3"/>
            <p:cNvGrpSpPr/>
            <p:nvPr/>
          </p:nvGrpSpPr>
          <p:grpSpPr>
            <a:xfrm>
              <a:off x="7959516" y="3354008"/>
              <a:ext cx="409500" cy="1789500"/>
              <a:chOff x="7959516" y="3354008"/>
              <a:chExt cx="409500" cy="1789500"/>
            </a:xfrm>
          </p:grpSpPr>
          <p:sp>
            <p:nvSpPr>
              <p:cNvPr id="72" name="Google Shape;72;p3"/>
              <p:cNvSpPr/>
              <p:nvPr/>
            </p:nvSpPr>
            <p:spPr>
              <a:xfrm>
                <a:off x="7959516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3" name="Google Shape;73;p3"/>
              <p:cNvSpPr/>
              <p:nvPr/>
            </p:nvSpPr>
            <p:spPr>
              <a:xfrm>
                <a:off x="7959516" y="3354008"/>
                <a:ext cx="409500" cy="178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4" name="Google Shape;74;p3"/>
              <p:cNvSpPr/>
              <p:nvPr/>
            </p:nvSpPr>
            <p:spPr>
              <a:xfrm>
                <a:off x="7959516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" name="Google Shape;75;p3"/>
              <p:cNvSpPr/>
              <p:nvPr/>
            </p:nvSpPr>
            <p:spPr>
              <a:xfrm>
                <a:off x="7959516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6" name="Google Shape;76;p3"/>
            <p:cNvGrpSpPr/>
            <p:nvPr/>
          </p:nvGrpSpPr>
          <p:grpSpPr>
            <a:xfrm>
              <a:off x="8551731" y="2904008"/>
              <a:ext cx="409500" cy="2239500"/>
              <a:chOff x="8551731" y="2904008"/>
              <a:chExt cx="409500" cy="2239500"/>
            </a:xfrm>
          </p:grpSpPr>
          <p:sp>
            <p:nvSpPr>
              <p:cNvPr id="77" name="Google Shape;77;p3"/>
              <p:cNvSpPr/>
              <p:nvPr/>
            </p:nvSpPr>
            <p:spPr>
              <a:xfrm>
                <a:off x="8551731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" name="Google Shape;78;p3"/>
              <p:cNvSpPr/>
              <p:nvPr/>
            </p:nvSpPr>
            <p:spPr>
              <a:xfrm>
                <a:off x="8551731" y="3354008"/>
                <a:ext cx="409500" cy="178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" name="Google Shape;79;p3"/>
              <p:cNvSpPr/>
              <p:nvPr/>
            </p:nvSpPr>
            <p:spPr>
              <a:xfrm>
                <a:off x="8551731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" name="Google Shape;80;p3"/>
              <p:cNvSpPr/>
              <p:nvPr/>
            </p:nvSpPr>
            <p:spPr>
              <a:xfrm>
                <a:off x="8551731" y="2904008"/>
                <a:ext cx="409500" cy="22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" name="Google Shape;81;p3"/>
              <p:cNvSpPr/>
              <p:nvPr/>
            </p:nvSpPr>
            <p:spPr>
              <a:xfrm>
                <a:off x="8551731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82" name="Google Shape;82;p3"/>
          <p:cNvSpPr txBox="1"/>
          <p:nvPr>
            <p:ph type="title"/>
          </p:nvPr>
        </p:nvSpPr>
        <p:spPr>
          <a:xfrm>
            <a:off x="824000" y="1613825"/>
            <a:ext cx="58578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3" name="Google Shape;83;p3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5" name="Google Shape;85;p4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86" name="Google Shape;86;p4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4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8" name="Google Shape;88;p4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9" name="Google Shape;89;p4"/>
          <p:cNvSpPr txBox="1"/>
          <p:nvPr>
            <p:ph idx="1" type="body"/>
          </p:nvPr>
        </p:nvSpPr>
        <p:spPr>
          <a:xfrm>
            <a:off x="1303800" y="1990050"/>
            <a:ext cx="70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0" name="Google Shape;90;p4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5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93" name="Google Shape;93;p5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5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5" name="Google Shape;95;p5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5"/>
          <p:cNvSpPr txBox="1"/>
          <p:nvPr>
            <p:ph idx="1" type="body"/>
          </p:nvPr>
        </p:nvSpPr>
        <p:spPr>
          <a:xfrm>
            <a:off x="1303800" y="1990050"/>
            <a:ext cx="34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7" name="Google Shape;97;p5"/>
          <p:cNvSpPr txBox="1"/>
          <p:nvPr>
            <p:ph idx="2" type="body"/>
          </p:nvPr>
        </p:nvSpPr>
        <p:spPr>
          <a:xfrm>
            <a:off x="4903650" y="1990050"/>
            <a:ext cx="34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8" name="Google Shape;98;p5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6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01" name="Google Shape;101;p6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6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3" name="Google Shape;103;p6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4" name="Google Shape;104;p6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7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07" name="Google Shape;107;p7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7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9" name="Google Shape;109;p7"/>
          <p:cNvSpPr txBox="1"/>
          <p:nvPr>
            <p:ph type="title"/>
          </p:nvPr>
        </p:nvSpPr>
        <p:spPr>
          <a:xfrm>
            <a:off x="1303800" y="598575"/>
            <a:ext cx="3312000" cy="159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0" name="Google Shape;110;p7"/>
          <p:cNvSpPr txBox="1"/>
          <p:nvPr>
            <p:ph idx="1" type="body"/>
          </p:nvPr>
        </p:nvSpPr>
        <p:spPr>
          <a:xfrm>
            <a:off x="1303800" y="2309675"/>
            <a:ext cx="3312000" cy="222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11" name="Google Shape;111;p7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dk1"/>
        </a:soli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" name="Google Shape;113;p8"/>
          <p:cNvGrpSpPr/>
          <p:nvPr/>
        </p:nvGrpSpPr>
        <p:grpSpPr>
          <a:xfrm>
            <a:off x="6866714" y="1306"/>
            <a:ext cx="2267451" cy="2601690"/>
            <a:chOff x="6790514" y="1306"/>
            <a:chExt cx="2267451" cy="2601690"/>
          </a:xfrm>
        </p:grpSpPr>
        <p:grpSp>
          <p:nvGrpSpPr>
            <p:cNvPr id="114" name="Google Shape;114;p8"/>
            <p:cNvGrpSpPr/>
            <p:nvPr/>
          </p:nvGrpSpPr>
          <p:grpSpPr>
            <a:xfrm>
              <a:off x="7067465" y="1306"/>
              <a:ext cx="1990500" cy="1990200"/>
              <a:chOff x="7067465" y="1306"/>
              <a:chExt cx="1990500" cy="1990200"/>
            </a:xfrm>
          </p:grpSpPr>
          <p:sp>
            <p:nvSpPr>
              <p:cNvPr id="115" name="Google Shape;115;p8"/>
              <p:cNvSpPr/>
              <p:nvPr/>
            </p:nvSpPr>
            <p:spPr>
              <a:xfrm rot="-8648551">
                <a:off x="7594313" y="527721"/>
                <a:ext cx="937226" cy="937226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6" name="Google Shape;116;p8"/>
              <p:cNvSpPr/>
              <p:nvPr/>
            </p:nvSpPr>
            <p:spPr>
              <a:xfrm rot="-8648551">
                <a:off x="7594313" y="527721"/>
                <a:ext cx="937226" cy="937226"/>
              </a:xfrm>
              <a:prstGeom prst="pie">
                <a:avLst>
                  <a:gd fmla="val 19376841" name="adj1"/>
                  <a:gd fmla="val 12313574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7" name="Google Shape;117;p8"/>
              <p:cNvSpPr/>
              <p:nvPr/>
            </p:nvSpPr>
            <p:spPr>
              <a:xfrm rot="-8649154">
                <a:off x="7349891" y="283705"/>
                <a:ext cx="1425647" cy="14254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18" name="Google Shape;118;p8"/>
            <p:cNvGrpSpPr/>
            <p:nvPr/>
          </p:nvGrpSpPr>
          <p:grpSpPr>
            <a:xfrm>
              <a:off x="8207126" y="1807996"/>
              <a:ext cx="795000" cy="795000"/>
              <a:chOff x="8207126" y="1807996"/>
              <a:chExt cx="795000" cy="795000"/>
            </a:xfrm>
          </p:grpSpPr>
          <p:sp>
            <p:nvSpPr>
              <p:cNvPr id="119" name="Google Shape;119;p8"/>
              <p:cNvSpPr/>
              <p:nvPr/>
            </p:nvSpPr>
            <p:spPr>
              <a:xfrm rot="2152054">
                <a:off x="8319942" y="1920813"/>
                <a:ext cx="569367" cy="569367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0" name="Google Shape;120;p8"/>
              <p:cNvSpPr/>
              <p:nvPr/>
            </p:nvSpPr>
            <p:spPr>
              <a:xfrm rot="2150259">
                <a:off x="8408218" y="2008610"/>
                <a:ext cx="393004" cy="3930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1" name="Google Shape;121;p8"/>
              <p:cNvSpPr/>
              <p:nvPr/>
            </p:nvSpPr>
            <p:spPr>
              <a:xfrm rot="2150259">
                <a:off x="8408218" y="2008610"/>
                <a:ext cx="393004" cy="393004"/>
              </a:xfrm>
              <a:prstGeom prst="pie">
                <a:avLst>
                  <a:gd fmla="val 5699893" name="adj1"/>
                  <a:gd fmla="val 12313574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22" name="Google Shape;122;p8"/>
            <p:cNvGrpSpPr/>
            <p:nvPr/>
          </p:nvGrpSpPr>
          <p:grpSpPr>
            <a:xfrm>
              <a:off x="6790514" y="118857"/>
              <a:ext cx="548700" cy="548700"/>
              <a:chOff x="6790514" y="118857"/>
              <a:chExt cx="548700" cy="548700"/>
            </a:xfrm>
          </p:grpSpPr>
          <p:sp>
            <p:nvSpPr>
              <p:cNvPr id="123" name="Google Shape;123;p8"/>
              <p:cNvSpPr/>
              <p:nvPr/>
            </p:nvSpPr>
            <p:spPr>
              <a:xfrm rot="2150259">
                <a:off x="6868362" y="196705"/>
                <a:ext cx="393004" cy="3930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4" name="Google Shape;124;p8"/>
              <p:cNvSpPr/>
              <p:nvPr/>
            </p:nvSpPr>
            <p:spPr>
              <a:xfrm rot="2150259">
                <a:off x="6868362" y="196705"/>
                <a:ext cx="393004" cy="393004"/>
              </a:xfrm>
              <a:prstGeom prst="pie">
                <a:avLst>
                  <a:gd fmla="val 5699893" name="adj1"/>
                  <a:gd fmla="val 12313574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125" name="Google Shape;125;p8"/>
          <p:cNvSpPr txBox="1"/>
          <p:nvPr>
            <p:ph type="title"/>
          </p:nvPr>
        </p:nvSpPr>
        <p:spPr>
          <a:xfrm>
            <a:off x="824000" y="763600"/>
            <a:ext cx="5857800" cy="357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6" name="Google Shape;126;p8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8" name="Google Shape;128;p9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29" name="Google Shape;129;p9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" name="Google Shape;130;p9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1" name="Google Shape;131;p9"/>
          <p:cNvSpPr txBox="1"/>
          <p:nvPr>
            <p:ph type="title"/>
          </p:nvPr>
        </p:nvSpPr>
        <p:spPr>
          <a:xfrm>
            <a:off x="1303800" y="598575"/>
            <a:ext cx="3430500" cy="19902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2" name="Google Shape;132;p9"/>
          <p:cNvSpPr txBox="1"/>
          <p:nvPr>
            <p:ph idx="1" type="subTitle"/>
          </p:nvPr>
        </p:nvSpPr>
        <p:spPr>
          <a:xfrm>
            <a:off x="1303800" y="2743203"/>
            <a:ext cx="3430500" cy="7260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33" name="Google Shape;133;p9"/>
          <p:cNvSpPr txBox="1"/>
          <p:nvPr>
            <p:ph idx="2" type="body"/>
          </p:nvPr>
        </p:nvSpPr>
        <p:spPr>
          <a:xfrm>
            <a:off x="4903700" y="661000"/>
            <a:ext cx="3430500" cy="38706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34" name="Google Shape;134;p9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6" name="Google Shape;136;p10"/>
          <p:cNvGrpSpPr/>
          <p:nvPr/>
        </p:nvGrpSpPr>
        <p:grpSpPr>
          <a:xfrm>
            <a:off x="713373" y="3847119"/>
            <a:ext cx="825392" cy="825392"/>
            <a:chOff x="348199" y="179450"/>
            <a:chExt cx="1116300" cy="1116300"/>
          </a:xfrm>
        </p:grpSpPr>
        <p:sp>
          <p:nvSpPr>
            <p:cNvPr id="137" name="Google Shape;137;p10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" name="Google Shape;138;p10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9" name="Google Shape;139;p10"/>
          <p:cNvSpPr txBox="1"/>
          <p:nvPr>
            <p:ph idx="1" type="body"/>
          </p:nvPr>
        </p:nvSpPr>
        <p:spPr>
          <a:xfrm>
            <a:off x="1303800" y="4138975"/>
            <a:ext cx="5843100" cy="53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40" name="Google Shape;140;p10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accent3"/>
        </a:solidFill>
      </p:bgPr>
    </p:bg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2" name="Google Shape;142;p11"/>
          <p:cNvGrpSpPr/>
          <p:nvPr/>
        </p:nvGrpSpPr>
        <p:grpSpPr>
          <a:xfrm>
            <a:off x="52" y="4099200"/>
            <a:ext cx="9144036" cy="1044300"/>
            <a:chOff x="52" y="4099200"/>
            <a:chExt cx="9144036" cy="1044300"/>
          </a:xfrm>
        </p:grpSpPr>
        <p:grpSp>
          <p:nvGrpSpPr>
            <p:cNvPr id="143" name="Google Shape;143;p11"/>
            <p:cNvGrpSpPr/>
            <p:nvPr/>
          </p:nvGrpSpPr>
          <p:grpSpPr>
            <a:xfrm>
              <a:off x="52" y="4309200"/>
              <a:ext cx="231622" cy="834300"/>
              <a:chOff x="2688737" y="4301380"/>
              <a:chExt cx="231900" cy="834300"/>
            </a:xfrm>
          </p:grpSpPr>
          <p:sp>
            <p:nvSpPr>
              <p:cNvPr id="144" name="Google Shape;144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5" name="Google Shape;145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6" name="Google Shape;146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7" name="Google Shape;147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8" name="Google Shape;148;p11"/>
            <p:cNvGrpSpPr/>
            <p:nvPr/>
          </p:nvGrpSpPr>
          <p:grpSpPr>
            <a:xfrm>
              <a:off x="371406" y="4099200"/>
              <a:ext cx="231622" cy="1044300"/>
              <a:chOff x="2688737" y="4091380"/>
              <a:chExt cx="231900" cy="1044300"/>
            </a:xfrm>
          </p:grpSpPr>
          <p:sp>
            <p:nvSpPr>
              <p:cNvPr id="149" name="Google Shape;149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0" name="Google Shape;150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1" name="Google Shape;151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2" name="Google Shape;152;p11"/>
              <p:cNvSpPr/>
              <p:nvPr/>
            </p:nvSpPr>
            <p:spPr>
              <a:xfrm flipH="1">
                <a:off x="2688737" y="4091380"/>
                <a:ext cx="2319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3" name="Google Shape;153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4" name="Google Shape;154;p11"/>
            <p:cNvGrpSpPr/>
            <p:nvPr/>
          </p:nvGrpSpPr>
          <p:grpSpPr>
            <a:xfrm>
              <a:off x="742761" y="4309200"/>
              <a:ext cx="231622" cy="834300"/>
              <a:chOff x="2688737" y="4301380"/>
              <a:chExt cx="231900" cy="834300"/>
            </a:xfrm>
          </p:grpSpPr>
          <p:sp>
            <p:nvSpPr>
              <p:cNvPr id="155" name="Google Shape;155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6" name="Google Shape;156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7" name="Google Shape;157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8" name="Google Shape;158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9" name="Google Shape;159;p11"/>
            <p:cNvGrpSpPr/>
            <p:nvPr/>
          </p:nvGrpSpPr>
          <p:grpSpPr>
            <a:xfrm>
              <a:off x="1114115" y="4518900"/>
              <a:ext cx="231622" cy="624600"/>
              <a:chOff x="2688737" y="4511080"/>
              <a:chExt cx="231900" cy="624600"/>
            </a:xfrm>
          </p:grpSpPr>
          <p:sp>
            <p:nvSpPr>
              <p:cNvPr id="160" name="Google Shape;160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1" name="Google Shape;161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2" name="Google Shape;162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3" name="Google Shape;163;p11"/>
            <p:cNvGrpSpPr/>
            <p:nvPr/>
          </p:nvGrpSpPr>
          <p:grpSpPr>
            <a:xfrm>
              <a:off x="1856753" y="4099200"/>
              <a:ext cx="231600" cy="1044300"/>
              <a:chOff x="1856753" y="4099200"/>
              <a:chExt cx="231600" cy="1044300"/>
            </a:xfrm>
          </p:grpSpPr>
          <p:sp>
            <p:nvSpPr>
              <p:cNvPr id="164" name="Google Shape;164;p11"/>
              <p:cNvSpPr/>
              <p:nvPr/>
            </p:nvSpPr>
            <p:spPr>
              <a:xfrm flipH="1">
                <a:off x="185675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5" name="Google Shape;165;p11"/>
              <p:cNvSpPr/>
              <p:nvPr/>
            </p:nvSpPr>
            <p:spPr>
              <a:xfrm flipH="1">
                <a:off x="1856753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6" name="Google Shape;166;p11"/>
              <p:cNvSpPr/>
              <p:nvPr/>
            </p:nvSpPr>
            <p:spPr>
              <a:xfrm flipH="1">
                <a:off x="185675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7" name="Google Shape;167;p11"/>
              <p:cNvSpPr/>
              <p:nvPr/>
            </p:nvSpPr>
            <p:spPr>
              <a:xfrm flipH="1">
                <a:off x="1856753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8" name="Google Shape;168;p11"/>
              <p:cNvSpPr/>
              <p:nvPr/>
            </p:nvSpPr>
            <p:spPr>
              <a:xfrm flipH="1">
                <a:off x="185675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9" name="Google Shape;169;p11"/>
            <p:cNvGrpSpPr/>
            <p:nvPr/>
          </p:nvGrpSpPr>
          <p:grpSpPr>
            <a:xfrm>
              <a:off x="2228107" y="4309200"/>
              <a:ext cx="231600" cy="834300"/>
              <a:chOff x="2228107" y="4309200"/>
              <a:chExt cx="231600" cy="834300"/>
            </a:xfrm>
          </p:grpSpPr>
          <p:sp>
            <p:nvSpPr>
              <p:cNvPr id="170" name="Google Shape;170;p11"/>
              <p:cNvSpPr/>
              <p:nvPr/>
            </p:nvSpPr>
            <p:spPr>
              <a:xfrm flipH="1">
                <a:off x="2228107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1" name="Google Shape;171;p11"/>
              <p:cNvSpPr/>
              <p:nvPr/>
            </p:nvSpPr>
            <p:spPr>
              <a:xfrm flipH="1">
                <a:off x="2228107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2" name="Google Shape;172;p11"/>
              <p:cNvSpPr/>
              <p:nvPr/>
            </p:nvSpPr>
            <p:spPr>
              <a:xfrm flipH="1">
                <a:off x="2228107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3" name="Google Shape;173;p11"/>
              <p:cNvSpPr/>
              <p:nvPr/>
            </p:nvSpPr>
            <p:spPr>
              <a:xfrm flipH="1">
                <a:off x="2228107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74" name="Google Shape;174;p11"/>
            <p:cNvGrpSpPr/>
            <p:nvPr/>
          </p:nvGrpSpPr>
          <p:grpSpPr>
            <a:xfrm>
              <a:off x="2599462" y="4518900"/>
              <a:ext cx="231600" cy="624600"/>
              <a:chOff x="2599462" y="4518900"/>
              <a:chExt cx="231600" cy="624600"/>
            </a:xfrm>
          </p:grpSpPr>
          <p:sp>
            <p:nvSpPr>
              <p:cNvPr id="175" name="Google Shape;175;p11"/>
              <p:cNvSpPr/>
              <p:nvPr/>
            </p:nvSpPr>
            <p:spPr>
              <a:xfrm flipH="1">
                <a:off x="2599462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6" name="Google Shape;176;p11"/>
              <p:cNvSpPr/>
              <p:nvPr/>
            </p:nvSpPr>
            <p:spPr>
              <a:xfrm flipH="1">
                <a:off x="2599462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7" name="Google Shape;177;p11"/>
              <p:cNvSpPr/>
              <p:nvPr/>
            </p:nvSpPr>
            <p:spPr>
              <a:xfrm flipH="1">
                <a:off x="2599462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78" name="Google Shape;178;p11"/>
            <p:cNvGrpSpPr/>
            <p:nvPr/>
          </p:nvGrpSpPr>
          <p:grpSpPr>
            <a:xfrm>
              <a:off x="3342171" y="4099200"/>
              <a:ext cx="231600" cy="1044300"/>
              <a:chOff x="3342171" y="4099200"/>
              <a:chExt cx="231600" cy="1044300"/>
            </a:xfrm>
          </p:grpSpPr>
          <p:sp>
            <p:nvSpPr>
              <p:cNvPr id="179" name="Google Shape;179;p11"/>
              <p:cNvSpPr/>
              <p:nvPr/>
            </p:nvSpPr>
            <p:spPr>
              <a:xfrm flipH="1">
                <a:off x="3342171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0" name="Google Shape;180;p11"/>
              <p:cNvSpPr/>
              <p:nvPr/>
            </p:nvSpPr>
            <p:spPr>
              <a:xfrm flipH="1">
                <a:off x="3342171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1" name="Google Shape;181;p11"/>
              <p:cNvSpPr/>
              <p:nvPr/>
            </p:nvSpPr>
            <p:spPr>
              <a:xfrm flipH="1">
                <a:off x="3342171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2" name="Google Shape;182;p11"/>
              <p:cNvSpPr/>
              <p:nvPr/>
            </p:nvSpPr>
            <p:spPr>
              <a:xfrm flipH="1">
                <a:off x="3342171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3" name="Google Shape;183;p11"/>
              <p:cNvSpPr/>
              <p:nvPr/>
            </p:nvSpPr>
            <p:spPr>
              <a:xfrm flipH="1">
                <a:off x="3342171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4" name="Google Shape;184;p11"/>
            <p:cNvGrpSpPr/>
            <p:nvPr/>
          </p:nvGrpSpPr>
          <p:grpSpPr>
            <a:xfrm>
              <a:off x="3713525" y="4309200"/>
              <a:ext cx="231600" cy="834300"/>
              <a:chOff x="3713525" y="4309200"/>
              <a:chExt cx="231600" cy="834300"/>
            </a:xfrm>
          </p:grpSpPr>
          <p:sp>
            <p:nvSpPr>
              <p:cNvPr id="185" name="Google Shape;185;p11"/>
              <p:cNvSpPr/>
              <p:nvPr/>
            </p:nvSpPr>
            <p:spPr>
              <a:xfrm flipH="1">
                <a:off x="3713525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6" name="Google Shape;186;p11"/>
              <p:cNvSpPr/>
              <p:nvPr/>
            </p:nvSpPr>
            <p:spPr>
              <a:xfrm flipH="1">
                <a:off x="3713525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7" name="Google Shape;187;p11"/>
              <p:cNvSpPr/>
              <p:nvPr/>
            </p:nvSpPr>
            <p:spPr>
              <a:xfrm flipH="1">
                <a:off x="3713525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8" name="Google Shape;188;p11"/>
              <p:cNvSpPr/>
              <p:nvPr/>
            </p:nvSpPr>
            <p:spPr>
              <a:xfrm flipH="1">
                <a:off x="3713525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9" name="Google Shape;189;p11"/>
            <p:cNvGrpSpPr/>
            <p:nvPr/>
          </p:nvGrpSpPr>
          <p:grpSpPr>
            <a:xfrm>
              <a:off x="1485398" y="4309200"/>
              <a:ext cx="231600" cy="834300"/>
              <a:chOff x="1485398" y="4309200"/>
              <a:chExt cx="231600" cy="834300"/>
            </a:xfrm>
          </p:grpSpPr>
          <p:sp>
            <p:nvSpPr>
              <p:cNvPr id="190" name="Google Shape;190;p11"/>
              <p:cNvSpPr/>
              <p:nvPr/>
            </p:nvSpPr>
            <p:spPr>
              <a:xfrm flipH="1">
                <a:off x="148539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1" name="Google Shape;191;p11"/>
              <p:cNvSpPr/>
              <p:nvPr/>
            </p:nvSpPr>
            <p:spPr>
              <a:xfrm flipH="1">
                <a:off x="148539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2" name="Google Shape;192;p11"/>
              <p:cNvSpPr/>
              <p:nvPr/>
            </p:nvSpPr>
            <p:spPr>
              <a:xfrm flipH="1">
                <a:off x="148539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3" name="Google Shape;193;p11"/>
              <p:cNvSpPr/>
              <p:nvPr/>
            </p:nvSpPr>
            <p:spPr>
              <a:xfrm flipH="1">
                <a:off x="148539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94" name="Google Shape;194;p11"/>
            <p:cNvGrpSpPr/>
            <p:nvPr/>
          </p:nvGrpSpPr>
          <p:grpSpPr>
            <a:xfrm>
              <a:off x="4084879" y="4518900"/>
              <a:ext cx="231600" cy="624600"/>
              <a:chOff x="4084879" y="4518900"/>
              <a:chExt cx="231600" cy="624600"/>
            </a:xfrm>
          </p:grpSpPr>
          <p:sp>
            <p:nvSpPr>
              <p:cNvPr id="195" name="Google Shape;195;p11"/>
              <p:cNvSpPr/>
              <p:nvPr/>
            </p:nvSpPr>
            <p:spPr>
              <a:xfrm flipH="1">
                <a:off x="4084879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6" name="Google Shape;196;p11"/>
              <p:cNvSpPr/>
              <p:nvPr/>
            </p:nvSpPr>
            <p:spPr>
              <a:xfrm flipH="1">
                <a:off x="4084879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7" name="Google Shape;197;p11"/>
              <p:cNvSpPr/>
              <p:nvPr/>
            </p:nvSpPr>
            <p:spPr>
              <a:xfrm flipH="1">
                <a:off x="4084879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98" name="Google Shape;198;p11"/>
            <p:cNvGrpSpPr/>
            <p:nvPr/>
          </p:nvGrpSpPr>
          <p:grpSpPr>
            <a:xfrm>
              <a:off x="2970816" y="4309200"/>
              <a:ext cx="231600" cy="834300"/>
              <a:chOff x="2970816" y="4309200"/>
              <a:chExt cx="231600" cy="834300"/>
            </a:xfrm>
          </p:grpSpPr>
          <p:sp>
            <p:nvSpPr>
              <p:cNvPr id="199" name="Google Shape;199;p11"/>
              <p:cNvSpPr/>
              <p:nvPr/>
            </p:nvSpPr>
            <p:spPr>
              <a:xfrm flipH="1">
                <a:off x="2970816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0" name="Google Shape;200;p11"/>
              <p:cNvSpPr/>
              <p:nvPr/>
            </p:nvSpPr>
            <p:spPr>
              <a:xfrm flipH="1">
                <a:off x="2970816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1" name="Google Shape;201;p11"/>
              <p:cNvSpPr/>
              <p:nvPr/>
            </p:nvSpPr>
            <p:spPr>
              <a:xfrm flipH="1">
                <a:off x="2970816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2" name="Google Shape;202;p11"/>
              <p:cNvSpPr/>
              <p:nvPr/>
            </p:nvSpPr>
            <p:spPr>
              <a:xfrm flipH="1">
                <a:off x="2970816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03" name="Google Shape;203;p11"/>
            <p:cNvGrpSpPr/>
            <p:nvPr/>
          </p:nvGrpSpPr>
          <p:grpSpPr>
            <a:xfrm>
              <a:off x="4456234" y="4309200"/>
              <a:ext cx="231600" cy="834300"/>
              <a:chOff x="4456234" y="4309200"/>
              <a:chExt cx="231600" cy="834300"/>
            </a:xfrm>
          </p:grpSpPr>
          <p:sp>
            <p:nvSpPr>
              <p:cNvPr id="204" name="Google Shape;204;p11"/>
              <p:cNvSpPr/>
              <p:nvPr/>
            </p:nvSpPr>
            <p:spPr>
              <a:xfrm flipH="1">
                <a:off x="4456234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5" name="Google Shape;205;p11"/>
              <p:cNvSpPr/>
              <p:nvPr/>
            </p:nvSpPr>
            <p:spPr>
              <a:xfrm flipH="1">
                <a:off x="4456234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6" name="Google Shape;206;p11"/>
              <p:cNvSpPr/>
              <p:nvPr/>
            </p:nvSpPr>
            <p:spPr>
              <a:xfrm flipH="1">
                <a:off x="4456234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7" name="Google Shape;207;p11"/>
              <p:cNvSpPr/>
              <p:nvPr/>
            </p:nvSpPr>
            <p:spPr>
              <a:xfrm flipH="1">
                <a:off x="4456234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08" name="Google Shape;208;p11"/>
            <p:cNvGrpSpPr/>
            <p:nvPr/>
          </p:nvGrpSpPr>
          <p:grpSpPr>
            <a:xfrm>
              <a:off x="4827588" y="4099200"/>
              <a:ext cx="231600" cy="1044300"/>
              <a:chOff x="4827588" y="4099200"/>
              <a:chExt cx="231600" cy="1044300"/>
            </a:xfrm>
          </p:grpSpPr>
          <p:sp>
            <p:nvSpPr>
              <p:cNvPr id="209" name="Google Shape;209;p11"/>
              <p:cNvSpPr/>
              <p:nvPr/>
            </p:nvSpPr>
            <p:spPr>
              <a:xfrm flipH="1">
                <a:off x="482758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0" name="Google Shape;210;p11"/>
              <p:cNvSpPr/>
              <p:nvPr/>
            </p:nvSpPr>
            <p:spPr>
              <a:xfrm flipH="1">
                <a:off x="482758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1" name="Google Shape;211;p11"/>
              <p:cNvSpPr/>
              <p:nvPr/>
            </p:nvSpPr>
            <p:spPr>
              <a:xfrm flipH="1">
                <a:off x="482758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2" name="Google Shape;212;p11"/>
              <p:cNvSpPr/>
              <p:nvPr/>
            </p:nvSpPr>
            <p:spPr>
              <a:xfrm flipH="1">
                <a:off x="4827588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3" name="Google Shape;213;p11"/>
              <p:cNvSpPr/>
              <p:nvPr/>
            </p:nvSpPr>
            <p:spPr>
              <a:xfrm flipH="1">
                <a:off x="482758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14" name="Google Shape;214;p11"/>
            <p:cNvGrpSpPr/>
            <p:nvPr/>
          </p:nvGrpSpPr>
          <p:grpSpPr>
            <a:xfrm>
              <a:off x="5198943" y="4309200"/>
              <a:ext cx="231600" cy="834300"/>
              <a:chOff x="5198943" y="4309200"/>
              <a:chExt cx="231600" cy="834300"/>
            </a:xfrm>
          </p:grpSpPr>
          <p:sp>
            <p:nvSpPr>
              <p:cNvPr id="215" name="Google Shape;215;p11"/>
              <p:cNvSpPr/>
              <p:nvPr/>
            </p:nvSpPr>
            <p:spPr>
              <a:xfrm flipH="1">
                <a:off x="519894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6" name="Google Shape;216;p11"/>
              <p:cNvSpPr/>
              <p:nvPr/>
            </p:nvSpPr>
            <p:spPr>
              <a:xfrm flipH="1">
                <a:off x="5198943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7" name="Google Shape;217;p11"/>
              <p:cNvSpPr/>
              <p:nvPr/>
            </p:nvSpPr>
            <p:spPr>
              <a:xfrm flipH="1">
                <a:off x="519894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8" name="Google Shape;218;p11"/>
              <p:cNvSpPr/>
              <p:nvPr/>
            </p:nvSpPr>
            <p:spPr>
              <a:xfrm flipH="1">
                <a:off x="519894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19" name="Google Shape;219;p11"/>
            <p:cNvGrpSpPr/>
            <p:nvPr/>
          </p:nvGrpSpPr>
          <p:grpSpPr>
            <a:xfrm>
              <a:off x="5570297" y="4518900"/>
              <a:ext cx="231600" cy="624600"/>
              <a:chOff x="5570297" y="4518900"/>
              <a:chExt cx="231600" cy="624600"/>
            </a:xfrm>
          </p:grpSpPr>
          <p:sp>
            <p:nvSpPr>
              <p:cNvPr id="220" name="Google Shape;220;p11"/>
              <p:cNvSpPr/>
              <p:nvPr/>
            </p:nvSpPr>
            <p:spPr>
              <a:xfrm flipH="1">
                <a:off x="5570297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1" name="Google Shape;221;p11"/>
              <p:cNvSpPr/>
              <p:nvPr/>
            </p:nvSpPr>
            <p:spPr>
              <a:xfrm flipH="1">
                <a:off x="5570297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2" name="Google Shape;222;p11"/>
              <p:cNvSpPr/>
              <p:nvPr/>
            </p:nvSpPr>
            <p:spPr>
              <a:xfrm flipH="1">
                <a:off x="5570297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23" name="Google Shape;223;p11"/>
            <p:cNvGrpSpPr/>
            <p:nvPr/>
          </p:nvGrpSpPr>
          <p:grpSpPr>
            <a:xfrm>
              <a:off x="5941652" y="4309200"/>
              <a:ext cx="231600" cy="834300"/>
              <a:chOff x="5941652" y="4309200"/>
              <a:chExt cx="231600" cy="834300"/>
            </a:xfrm>
          </p:grpSpPr>
          <p:sp>
            <p:nvSpPr>
              <p:cNvPr id="224" name="Google Shape;224;p11"/>
              <p:cNvSpPr/>
              <p:nvPr/>
            </p:nvSpPr>
            <p:spPr>
              <a:xfrm flipH="1">
                <a:off x="5941652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5" name="Google Shape;225;p11"/>
              <p:cNvSpPr/>
              <p:nvPr/>
            </p:nvSpPr>
            <p:spPr>
              <a:xfrm flipH="1">
                <a:off x="5941652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6" name="Google Shape;226;p11"/>
              <p:cNvSpPr/>
              <p:nvPr/>
            </p:nvSpPr>
            <p:spPr>
              <a:xfrm flipH="1">
                <a:off x="5941652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7" name="Google Shape;227;p11"/>
              <p:cNvSpPr/>
              <p:nvPr/>
            </p:nvSpPr>
            <p:spPr>
              <a:xfrm flipH="1">
                <a:off x="5941652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28" name="Google Shape;228;p11"/>
            <p:cNvGrpSpPr/>
            <p:nvPr/>
          </p:nvGrpSpPr>
          <p:grpSpPr>
            <a:xfrm>
              <a:off x="6313006" y="4099200"/>
              <a:ext cx="231600" cy="1044300"/>
              <a:chOff x="6313006" y="4099200"/>
              <a:chExt cx="231600" cy="1044300"/>
            </a:xfrm>
          </p:grpSpPr>
          <p:sp>
            <p:nvSpPr>
              <p:cNvPr id="229" name="Google Shape;229;p11"/>
              <p:cNvSpPr/>
              <p:nvPr/>
            </p:nvSpPr>
            <p:spPr>
              <a:xfrm flipH="1">
                <a:off x="6313006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0" name="Google Shape;230;p11"/>
              <p:cNvSpPr/>
              <p:nvPr/>
            </p:nvSpPr>
            <p:spPr>
              <a:xfrm flipH="1">
                <a:off x="6313006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1" name="Google Shape;231;p11"/>
              <p:cNvSpPr/>
              <p:nvPr/>
            </p:nvSpPr>
            <p:spPr>
              <a:xfrm flipH="1">
                <a:off x="6313006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2" name="Google Shape;232;p11"/>
              <p:cNvSpPr/>
              <p:nvPr/>
            </p:nvSpPr>
            <p:spPr>
              <a:xfrm flipH="1">
                <a:off x="6313006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3" name="Google Shape;233;p11"/>
              <p:cNvSpPr/>
              <p:nvPr/>
            </p:nvSpPr>
            <p:spPr>
              <a:xfrm flipH="1">
                <a:off x="6313006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4" name="Google Shape;234;p11"/>
            <p:cNvGrpSpPr/>
            <p:nvPr/>
          </p:nvGrpSpPr>
          <p:grpSpPr>
            <a:xfrm>
              <a:off x="6684361" y="4309200"/>
              <a:ext cx="231600" cy="834300"/>
              <a:chOff x="6684361" y="4309200"/>
              <a:chExt cx="231600" cy="834300"/>
            </a:xfrm>
          </p:grpSpPr>
          <p:sp>
            <p:nvSpPr>
              <p:cNvPr id="235" name="Google Shape;235;p11"/>
              <p:cNvSpPr/>
              <p:nvPr/>
            </p:nvSpPr>
            <p:spPr>
              <a:xfrm flipH="1">
                <a:off x="6684361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6" name="Google Shape;236;p11"/>
              <p:cNvSpPr/>
              <p:nvPr/>
            </p:nvSpPr>
            <p:spPr>
              <a:xfrm flipH="1">
                <a:off x="6684361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7" name="Google Shape;237;p11"/>
              <p:cNvSpPr/>
              <p:nvPr/>
            </p:nvSpPr>
            <p:spPr>
              <a:xfrm flipH="1">
                <a:off x="6684361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8" name="Google Shape;238;p11"/>
              <p:cNvSpPr/>
              <p:nvPr/>
            </p:nvSpPr>
            <p:spPr>
              <a:xfrm flipH="1">
                <a:off x="6684361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9" name="Google Shape;239;p11"/>
            <p:cNvGrpSpPr/>
            <p:nvPr/>
          </p:nvGrpSpPr>
          <p:grpSpPr>
            <a:xfrm>
              <a:off x="7055715" y="4518900"/>
              <a:ext cx="231600" cy="624600"/>
              <a:chOff x="7055715" y="4518900"/>
              <a:chExt cx="231600" cy="624600"/>
            </a:xfrm>
          </p:grpSpPr>
          <p:sp>
            <p:nvSpPr>
              <p:cNvPr id="240" name="Google Shape;240;p11"/>
              <p:cNvSpPr/>
              <p:nvPr/>
            </p:nvSpPr>
            <p:spPr>
              <a:xfrm flipH="1">
                <a:off x="7055715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1" name="Google Shape;241;p11"/>
              <p:cNvSpPr/>
              <p:nvPr/>
            </p:nvSpPr>
            <p:spPr>
              <a:xfrm flipH="1">
                <a:off x="7055715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2" name="Google Shape;242;p11"/>
              <p:cNvSpPr/>
              <p:nvPr/>
            </p:nvSpPr>
            <p:spPr>
              <a:xfrm flipH="1">
                <a:off x="7055715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43" name="Google Shape;243;p11"/>
            <p:cNvGrpSpPr/>
            <p:nvPr/>
          </p:nvGrpSpPr>
          <p:grpSpPr>
            <a:xfrm>
              <a:off x="7798424" y="4099200"/>
              <a:ext cx="231600" cy="1044300"/>
              <a:chOff x="7798424" y="4099200"/>
              <a:chExt cx="231600" cy="1044300"/>
            </a:xfrm>
          </p:grpSpPr>
          <p:sp>
            <p:nvSpPr>
              <p:cNvPr id="244" name="Google Shape;244;p11"/>
              <p:cNvSpPr/>
              <p:nvPr/>
            </p:nvSpPr>
            <p:spPr>
              <a:xfrm flipH="1">
                <a:off x="7798424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5" name="Google Shape;245;p11"/>
              <p:cNvSpPr/>
              <p:nvPr/>
            </p:nvSpPr>
            <p:spPr>
              <a:xfrm flipH="1">
                <a:off x="7798424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6" name="Google Shape;246;p11"/>
              <p:cNvSpPr/>
              <p:nvPr/>
            </p:nvSpPr>
            <p:spPr>
              <a:xfrm flipH="1">
                <a:off x="7798424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7" name="Google Shape;247;p11"/>
              <p:cNvSpPr/>
              <p:nvPr/>
            </p:nvSpPr>
            <p:spPr>
              <a:xfrm flipH="1">
                <a:off x="7798424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8" name="Google Shape;248;p11"/>
              <p:cNvSpPr/>
              <p:nvPr/>
            </p:nvSpPr>
            <p:spPr>
              <a:xfrm flipH="1">
                <a:off x="7798424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49" name="Google Shape;249;p11"/>
            <p:cNvGrpSpPr/>
            <p:nvPr/>
          </p:nvGrpSpPr>
          <p:grpSpPr>
            <a:xfrm>
              <a:off x="8169779" y="4309200"/>
              <a:ext cx="231600" cy="834300"/>
              <a:chOff x="8169779" y="4309200"/>
              <a:chExt cx="231600" cy="834300"/>
            </a:xfrm>
          </p:grpSpPr>
          <p:sp>
            <p:nvSpPr>
              <p:cNvPr id="250" name="Google Shape;250;p11"/>
              <p:cNvSpPr/>
              <p:nvPr/>
            </p:nvSpPr>
            <p:spPr>
              <a:xfrm flipH="1">
                <a:off x="8169779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1" name="Google Shape;251;p11"/>
              <p:cNvSpPr/>
              <p:nvPr/>
            </p:nvSpPr>
            <p:spPr>
              <a:xfrm flipH="1">
                <a:off x="8169779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2" name="Google Shape;252;p11"/>
              <p:cNvSpPr/>
              <p:nvPr/>
            </p:nvSpPr>
            <p:spPr>
              <a:xfrm flipH="1">
                <a:off x="8169779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3" name="Google Shape;253;p11"/>
              <p:cNvSpPr/>
              <p:nvPr/>
            </p:nvSpPr>
            <p:spPr>
              <a:xfrm flipH="1">
                <a:off x="8169779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54" name="Google Shape;254;p11"/>
            <p:cNvGrpSpPr/>
            <p:nvPr/>
          </p:nvGrpSpPr>
          <p:grpSpPr>
            <a:xfrm>
              <a:off x="7427070" y="4309200"/>
              <a:ext cx="231600" cy="834300"/>
              <a:chOff x="7427070" y="4309200"/>
              <a:chExt cx="231600" cy="834300"/>
            </a:xfrm>
          </p:grpSpPr>
          <p:sp>
            <p:nvSpPr>
              <p:cNvPr id="255" name="Google Shape;255;p11"/>
              <p:cNvSpPr/>
              <p:nvPr/>
            </p:nvSpPr>
            <p:spPr>
              <a:xfrm flipH="1">
                <a:off x="7427070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6" name="Google Shape;256;p11"/>
              <p:cNvSpPr/>
              <p:nvPr/>
            </p:nvSpPr>
            <p:spPr>
              <a:xfrm flipH="1">
                <a:off x="7427070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7" name="Google Shape;257;p11"/>
              <p:cNvSpPr/>
              <p:nvPr/>
            </p:nvSpPr>
            <p:spPr>
              <a:xfrm flipH="1">
                <a:off x="7427070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8" name="Google Shape;258;p11"/>
              <p:cNvSpPr/>
              <p:nvPr/>
            </p:nvSpPr>
            <p:spPr>
              <a:xfrm flipH="1">
                <a:off x="7427070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59" name="Google Shape;259;p11"/>
            <p:cNvGrpSpPr/>
            <p:nvPr/>
          </p:nvGrpSpPr>
          <p:grpSpPr>
            <a:xfrm>
              <a:off x="8541133" y="4518900"/>
              <a:ext cx="231600" cy="624600"/>
              <a:chOff x="8541133" y="4518900"/>
              <a:chExt cx="231600" cy="624600"/>
            </a:xfrm>
          </p:grpSpPr>
          <p:sp>
            <p:nvSpPr>
              <p:cNvPr id="260" name="Google Shape;260;p11"/>
              <p:cNvSpPr/>
              <p:nvPr/>
            </p:nvSpPr>
            <p:spPr>
              <a:xfrm flipH="1">
                <a:off x="854113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1" name="Google Shape;261;p11"/>
              <p:cNvSpPr/>
              <p:nvPr/>
            </p:nvSpPr>
            <p:spPr>
              <a:xfrm flipH="1">
                <a:off x="854113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2" name="Google Shape;262;p11"/>
              <p:cNvSpPr/>
              <p:nvPr/>
            </p:nvSpPr>
            <p:spPr>
              <a:xfrm flipH="1">
                <a:off x="854113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63" name="Google Shape;263;p11"/>
            <p:cNvGrpSpPr/>
            <p:nvPr/>
          </p:nvGrpSpPr>
          <p:grpSpPr>
            <a:xfrm>
              <a:off x="8912488" y="4309200"/>
              <a:ext cx="231600" cy="834300"/>
              <a:chOff x="8912488" y="4309200"/>
              <a:chExt cx="231600" cy="834300"/>
            </a:xfrm>
          </p:grpSpPr>
          <p:sp>
            <p:nvSpPr>
              <p:cNvPr id="264" name="Google Shape;264;p11"/>
              <p:cNvSpPr/>
              <p:nvPr/>
            </p:nvSpPr>
            <p:spPr>
              <a:xfrm flipH="1">
                <a:off x="891248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5" name="Google Shape;265;p11"/>
              <p:cNvSpPr/>
              <p:nvPr/>
            </p:nvSpPr>
            <p:spPr>
              <a:xfrm flipH="1">
                <a:off x="891248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6" name="Google Shape;266;p11"/>
              <p:cNvSpPr/>
              <p:nvPr/>
            </p:nvSpPr>
            <p:spPr>
              <a:xfrm flipH="1">
                <a:off x="891248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7" name="Google Shape;267;p11"/>
              <p:cNvSpPr/>
              <p:nvPr/>
            </p:nvSpPr>
            <p:spPr>
              <a:xfrm flipH="1">
                <a:off x="891248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268" name="Google Shape;268;p11"/>
          <p:cNvSpPr txBox="1"/>
          <p:nvPr>
            <p:ph hasCustomPrompt="1" type="title"/>
          </p:nvPr>
        </p:nvSpPr>
        <p:spPr>
          <a:xfrm>
            <a:off x="1388625" y="772725"/>
            <a:ext cx="6366900" cy="186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69" name="Google Shape;269;p11"/>
          <p:cNvSpPr txBox="1"/>
          <p:nvPr>
            <p:ph idx="1" type="body"/>
          </p:nvPr>
        </p:nvSpPr>
        <p:spPr>
          <a:xfrm>
            <a:off x="1388625" y="2712300"/>
            <a:ext cx="6366900" cy="11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70" name="Google Shape;270;p11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2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omentum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Nunito"/>
              <a:buChar char="●"/>
              <a:defRPr sz="13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●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●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5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4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13"/>
          <p:cNvSpPr txBox="1"/>
          <p:nvPr>
            <p:ph type="ctrTitle"/>
          </p:nvPr>
        </p:nvSpPr>
        <p:spPr>
          <a:xfrm>
            <a:off x="824000" y="1613813"/>
            <a:ext cx="42555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Retail Insights Assistant</a:t>
            </a:r>
            <a:endParaRPr/>
          </a:p>
        </p:txBody>
      </p:sp>
      <p:sp>
        <p:nvSpPr>
          <p:cNvPr id="278" name="Google Shape;278;p13"/>
          <p:cNvSpPr txBox="1"/>
          <p:nvPr>
            <p:ph idx="1" type="subTitle"/>
          </p:nvPr>
        </p:nvSpPr>
        <p:spPr>
          <a:xfrm>
            <a:off x="729625" y="3172900"/>
            <a:ext cx="7688100" cy="94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GenAI + Scalable Data System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By: Fardeen Alam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14"/>
          <p:cNvSpPr txBox="1"/>
          <p:nvPr>
            <p:ph type="ctrTitle"/>
          </p:nvPr>
        </p:nvSpPr>
        <p:spPr>
          <a:xfrm>
            <a:off x="824000" y="1613813"/>
            <a:ext cx="42555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System Design for 100GB+ Data Scale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15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15"/>
          <p:cNvSpPr txBox="1"/>
          <p:nvPr>
            <p:ph idx="1" type="body"/>
          </p:nvPr>
        </p:nvSpPr>
        <p:spPr>
          <a:xfrm>
            <a:off x="1303800" y="1990050"/>
            <a:ext cx="70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90" name="Google Shape;290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16"/>
          <p:cNvSpPr txBox="1"/>
          <p:nvPr>
            <p:ph type="title"/>
          </p:nvPr>
        </p:nvSpPr>
        <p:spPr>
          <a:xfrm>
            <a:off x="1303800" y="127400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Core Tool Selections for the Data Layer</a:t>
            </a:r>
            <a:endParaRPr/>
          </a:p>
        </p:txBody>
      </p:sp>
      <p:sp>
        <p:nvSpPr>
          <p:cNvPr id="296" name="Google Shape;296;p16"/>
          <p:cNvSpPr txBox="1"/>
          <p:nvPr>
            <p:ph idx="1" type="body"/>
          </p:nvPr>
        </p:nvSpPr>
        <p:spPr>
          <a:xfrm>
            <a:off x="1303800" y="910325"/>
            <a:ext cx="7030500" cy="413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Google Cloud Storage (GCS) - Scalable Data Lake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1"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Role:</a:t>
            </a:r>
            <a:r>
              <a:rPr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Acts as the </a:t>
            </a:r>
            <a:r>
              <a:rPr b="1"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Bronze (Raw) Layer</a:t>
            </a:r>
            <a:r>
              <a:rPr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; stores immutable 100GB+ datasets at a fraction of the cost of database storage.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1"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Key Choice:</a:t>
            </a:r>
            <a:r>
              <a:rPr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Enables </a:t>
            </a:r>
            <a:r>
              <a:rPr b="1"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Decoupled Ingestion</a:t>
            </a:r>
            <a:r>
              <a:rPr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; BigQuery can query these files directly via </a:t>
            </a:r>
            <a:r>
              <a:rPr b="1"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External Tables</a:t>
            </a:r>
            <a:r>
              <a:rPr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without the need for complex, manual loading scripts.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BigQuery - Serverless Data Warehouse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1"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Role:</a:t>
            </a:r>
            <a:r>
              <a:rPr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Powers our </a:t>
            </a:r>
            <a:r>
              <a:rPr b="1"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Silver (Cleaned)</a:t>
            </a:r>
            <a:r>
              <a:rPr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and </a:t>
            </a:r>
            <a:r>
              <a:rPr b="1"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Gold (Aggregated)</a:t>
            </a:r>
            <a:r>
              <a:rPr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layers.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1"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Key Choice:</a:t>
            </a:r>
            <a:r>
              <a:rPr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Serverless Scaling</a:t>
            </a:r>
            <a:r>
              <a:rPr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handles massive joins without cluster management. Native </a:t>
            </a:r>
            <a:r>
              <a:rPr b="1"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BigQuery ML Vector Search</a:t>
            </a:r>
            <a:r>
              <a:rPr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enables the "Retail Assistant" to perform semantic retrieval directly where the data lives.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dbt (Data Build Tool) - SQL Transformation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1"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Role:</a:t>
            </a:r>
            <a:r>
              <a:rPr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Orchestrates the transformation from </a:t>
            </a:r>
            <a:r>
              <a:rPr b="1"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Silver -&gt; Gold</a:t>
            </a:r>
            <a:r>
              <a:rPr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1"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Key Choice:</a:t>
            </a:r>
            <a:r>
              <a:rPr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Brings </a:t>
            </a:r>
            <a:r>
              <a:rPr b="1"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Software Engineering</a:t>
            </a:r>
            <a:r>
              <a:rPr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to SQL (Version control, testing, and modularity). Ensures the data feeding the LLM is high-quality, deduplicated, and business-validated.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17"/>
          <p:cNvSpPr txBox="1"/>
          <p:nvPr>
            <p:ph type="title"/>
          </p:nvPr>
        </p:nvSpPr>
        <p:spPr>
          <a:xfrm>
            <a:off x="1303800" y="127400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Architecture Techniques: Data Layer Optimization</a:t>
            </a:r>
            <a:endParaRPr/>
          </a:p>
        </p:txBody>
      </p:sp>
      <p:sp>
        <p:nvSpPr>
          <p:cNvPr id="302" name="Google Shape;302;p17"/>
          <p:cNvSpPr txBox="1"/>
          <p:nvPr>
            <p:ph idx="1" type="body"/>
          </p:nvPr>
        </p:nvSpPr>
        <p:spPr>
          <a:xfrm>
            <a:off x="1303800" y="1001225"/>
            <a:ext cx="7030500" cy="403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Medallion Architecture (Bronze -&gt; Silver -&gt; Gold)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3211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●"/>
            </a:pPr>
            <a:r>
              <a:rPr b="1"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Strategy:</a:t>
            </a:r>
            <a:r>
              <a:rPr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Multi-stage data refinement.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3211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●"/>
            </a:pPr>
            <a:r>
              <a:rPr b="1"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Benefit:</a:t>
            </a:r>
            <a:r>
              <a:rPr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Bronze</a:t>
            </a:r>
            <a:r>
              <a:rPr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preserves raw data integrity; </a:t>
            </a:r>
            <a:r>
              <a:rPr b="1"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Silver</a:t>
            </a:r>
            <a:r>
              <a:rPr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provides a cleaned "Single Source of Truth"; </a:t>
            </a:r>
            <a:r>
              <a:rPr b="1"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Gold</a:t>
            </a:r>
            <a:r>
              <a:rPr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stores high-level aggregates for instant, low-cost summary generation.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Table Partitioning (Time-Based Sharding)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3211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●"/>
            </a:pPr>
            <a:r>
              <a:rPr b="1"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Strategy:</a:t>
            </a:r>
            <a:r>
              <a:rPr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Physically dividing the 100GB table by </a:t>
            </a:r>
            <a:r>
              <a:rPr lang="en-GB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Order_Date</a:t>
            </a:r>
            <a:r>
              <a:rPr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3211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●"/>
            </a:pPr>
            <a:r>
              <a:rPr b="1"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Benefit:</a:t>
            </a:r>
            <a:r>
              <a:rPr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When the Assistant queries a specific month, BigQuery ignores 90%+ of the dataset, </a:t>
            </a:r>
            <a:r>
              <a:rPr b="1"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slashing query costs and latency</a:t>
            </a:r>
            <a:r>
              <a:rPr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significantly.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Table Clustering (Multi-Column Sorting)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3211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●"/>
            </a:pPr>
            <a:r>
              <a:rPr b="1"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Strategy:</a:t>
            </a:r>
            <a:r>
              <a:rPr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Sorting data within partitions by high-frequency filters like </a:t>
            </a:r>
            <a:r>
              <a:rPr lang="en-GB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Region</a:t>
            </a:r>
            <a:r>
              <a:rPr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or </a:t>
            </a:r>
            <a:r>
              <a:rPr lang="en-GB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Category</a:t>
            </a:r>
            <a:r>
              <a:rPr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3211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●"/>
            </a:pPr>
            <a:r>
              <a:rPr b="1"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Benefit:</a:t>
            </a:r>
            <a:r>
              <a:rPr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Physically co-locates related data, allowing for </a:t>
            </a:r>
            <a:r>
              <a:rPr b="1"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lightning-fast "drill-down" queries</a:t>
            </a:r>
            <a:r>
              <a:rPr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(e.g., "Sales for Electronics in the North").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BigQuery Vector Indexing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3211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●"/>
            </a:pPr>
            <a:r>
              <a:rPr b="1"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Strategy:</a:t>
            </a:r>
            <a:r>
              <a:rPr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Creating an embedding-based index on table metadata and product/column descriptions.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3211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●"/>
            </a:pPr>
            <a:r>
              <a:rPr b="1"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Benefit:</a:t>
            </a:r>
            <a:r>
              <a:rPr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Enables </a:t>
            </a:r>
            <a:r>
              <a:rPr b="1"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Semantic Retrieval</a:t>
            </a:r>
            <a:r>
              <a:rPr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; the agent can find relevant columns or products based on "meaning" rather than just exact keyword matches.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18"/>
          <p:cNvSpPr txBox="1"/>
          <p:nvPr>
            <p:ph type="ctrTitle"/>
          </p:nvPr>
        </p:nvSpPr>
        <p:spPr>
          <a:xfrm>
            <a:off x="824000" y="1613813"/>
            <a:ext cx="42555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Retail Agentic System Architecture (100GB+)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19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p19"/>
          <p:cNvSpPr txBox="1"/>
          <p:nvPr>
            <p:ph idx="1" type="body"/>
          </p:nvPr>
        </p:nvSpPr>
        <p:spPr>
          <a:xfrm>
            <a:off x="1303800" y="1990050"/>
            <a:ext cx="70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314" name="Google Shape;314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"/>
            <a:ext cx="9144003" cy="5143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20"/>
          <p:cNvSpPr txBox="1"/>
          <p:nvPr>
            <p:ph type="title"/>
          </p:nvPr>
        </p:nvSpPr>
        <p:spPr>
          <a:xfrm>
            <a:off x="1303800" y="127400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Agentic Layer: Scaling &amp; Orchestration</a:t>
            </a:r>
            <a:endParaRPr/>
          </a:p>
        </p:txBody>
      </p:sp>
      <p:sp>
        <p:nvSpPr>
          <p:cNvPr id="320" name="Google Shape;320;p20"/>
          <p:cNvSpPr txBox="1"/>
          <p:nvPr>
            <p:ph idx="1" type="body"/>
          </p:nvPr>
        </p:nvSpPr>
        <p:spPr>
          <a:xfrm>
            <a:off x="1303800" y="927600"/>
            <a:ext cx="7030500" cy="403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LangGraph Orchestration (Stateful Multi-Agent Workflow)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3211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●"/>
            </a:pPr>
            <a:r>
              <a:rPr b="1"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Technique:</a:t>
            </a:r>
            <a:r>
              <a:rPr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Uses a cyclic, state-based graph to manage agent handovers.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3211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●"/>
            </a:pPr>
            <a:r>
              <a:rPr b="1"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Scale Benefit:</a:t>
            </a:r>
            <a:r>
              <a:rPr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Prevents "hallucination loops" by using a </a:t>
            </a:r>
            <a:r>
              <a:rPr b="1"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Validation Agent</a:t>
            </a:r>
            <a:r>
              <a:rPr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as a circuit breaker to catch and fix incorrect SQL before execution.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Semantic Context Caching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3211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●"/>
            </a:pPr>
            <a:r>
              <a:rPr b="1"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Technique:</a:t>
            </a:r>
            <a:r>
              <a:rPr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Bolds and caches the massive 100GB schema metadata in the LLM's context window.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3211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●"/>
            </a:pPr>
            <a:r>
              <a:rPr b="1"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Scale Benefit:</a:t>
            </a:r>
            <a:r>
              <a:rPr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Reduces latency and </a:t>
            </a:r>
            <a:r>
              <a:rPr b="1"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cuts token costs by up to 80%</a:t>
            </a:r>
            <a:r>
              <a:rPr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by reusing schema definitions across multiple user queries.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Metadata-Driven Schema Linking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3211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●"/>
            </a:pPr>
            <a:r>
              <a:rPr b="1"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Technique:</a:t>
            </a:r>
            <a:r>
              <a:rPr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Agents perform a </a:t>
            </a:r>
            <a:r>
              <a:rPr b="1"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Vector Search</a:t>
            </a:r>
            <a:r>
              <a:rPr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on table metadata (not the raw data) to identify relevant columns.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3211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●"/>
            </a:pPr>
            <a:r>
              <a:rPr b="1"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Scale Benefit:</a:t>
            </a:r>
            <a:r>
              <a:rPr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Allows the LLM to navigate thousands of partitions and hundreds of columns without exceeding context limits or scanning irrelevant data.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Automated Partition Injection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3211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●"/>
            </a:pPr>
            <a:r>
              <a:rPr b="1"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Technique:</a:t>
            </a:r>
            <a:r>
              <a:rPr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The </a:t>
            </a:r>
            <a:r>
              <a:rPr b="1"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Extraction Agent</a:t>
            </a:r>
            <a:r>
              <a:rPr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is hard-coded to require date/region filters derived from the user query.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3211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●"/>
            </a:pPr>
            <a:r>
              <a:rPr b="1"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Scale Benefit:</a:t>
            </a:r>
            <a:r>
              <a:rPr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Ensures every generated SQL query is "Scale-Aware," preventing expensive and slow </a:t>
            </a:r>
            <a:r>
              <a:rPr b="1"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Full Table Scans</a:t>
            </a:r>
            <a:r>
              <a:rPr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on the 100GB dataset.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21"/>
          <p:cNvSpPr txBox="1"/>
          <p:nvPr>
            <p:ph type="ctrTitle"/>
          </p:nvPr>
        </p:nvSpPr>
        <p:spPr>
          <a:xfrm>
            <a:off x="824000" y="1613813"/>
            <a:ext cx="42555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System Architecture and data flow for MVP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(Current System)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22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1" name="Google Shape;331;p22"/>
          <p:cNvSpPr txBox="1"/>
          <p:nvPr>
            <p:ph idx="1" type="body"/>
          </p:nvPr>
        </p:nvSpPr>
        <p:spPr>
          <a:xfrm>
            <a:off x="1303800" y="1990050"/>
            <a:ext cx="70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332" name="Google Shape;332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23"/>
          <p:cNvSpPr txBox="1"/>
          <p:nvPr>
            <p:ph type="ctrTitle"/>
          </p:nvPr>
        </p:nvSpPr>
        <p:spPr>
          <a:xfrm>
            <a:off x="824000" y="1613813"/>
            <a:ext cx="42555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Query-Response Pipeline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24"/>
          <p:cNvSpPr txBox="1"/>
          <p:nvPr>
            <p:ph type="title"/>
          </p:nvPr>
        </p:nvSpPr>
        <p:spPr>
          <a:xfrm>
            <a:off x="1303800" y="127400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Data Ingestion &amp; Automated Summarization</a:t>
            </a:r>
            <a:endParaRPr/>
          </a:p>
        </p:txBody>
      </p:sp>
      <p:sp>
        <p:nvSpPr>
          <p:cNvPr id="343" name="Google Shape;343;p24"/>
          <p:cNvSpPr txBox="1"/>
          <p:nvPr>
            <p:ph idx="1" type="body"/>
          </p:nvPr>
        </p:nvSpPr>
        <p:spPr>
          <a:xfrm>
            <a:off x="1303800" y="927600"/>
            <a:ext cx="7030500" cy="403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Data Layer (DuckDB &amp; GCS Integration):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1"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Action:</a:t>
            </a:r>
            <a:r>
              <a:rPr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User uploads CSV via </a:t>
            </a:r>
            <a:r>
              <a:rPr b="1"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Streamlit</a:t>
            </a:r>
            <a:r>
              <a:rPr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; data is loaded into an in-memory </a:t>
            </a:r>
            <a:r>
              <a:rPr b="1"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DuckDB</a:t>
            </a:r>
            <a:r>
              <a:rPr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table for high-performance processing.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1"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Profiling:</a:t>
            </a:r>
            <a:r>
              <a:rPr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Runs a full schema scan (dtypes, null counts, min/max/avg) to produce a </a:t>
            </a:r>
            <a:r>
              <a:rPr b="1"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TableProfile</a:t>
            </a:r>
            <a:r>
              <a:rPr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Metadata Grounding: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1"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Action:</a:t>
            </a:r>
            <a:r>
              <a:rPr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Serializes the profile into a </a:t>
            </a:r>
            <a:r>
              <a:rPr b="1"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Structured Metadata Context</a:t>
            </a:r>
            <a:r>
              <a:rPr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(cardinality, sample values, ranges).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1"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Benefit:</a:t>
            </a:r>
            <a:r>
              <a:rPr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Injects this context into every agent prompt, ensuring the LLM is "grounded" in the actual dataset.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Summarization Pipeline (Parallel Processing):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1"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Query Planning:</a:t>
            </a:r>
            <a:r>
              <a:rPr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LLM generates </a:t>
            </a:r>
            <a:r>
              <a:rPr b="1"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8-12 diverse SQL queries</a:t>
            </a:r>
            <a:r>
              <a:rPr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(totals, trends, top-N) based on metadata.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1"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Synthesis:</a:t>
            </a:r>
            <a:r>
              <a:rPr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Executes queries in DuckDB and synthesizes results into a </a:t>
            </a:r>
            <a:r>
              <a:rPr b="1"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Markdown Executive Report</a:t>
            </a:r>
            <a:r>
              <a:rPr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(Executive Summary, Key Metrics, Trends).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25"/>
          <p:cNvSpPr txBox="1"/>
          <p:nvPr>
            <p:ph type="title"/>
          </p:nvPr>
        </p:nvSpPr>
        <p:spPr>
          <a:xfrm>
            <a:off x="1303800" y="127400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Conversational Multi-Agent Q&amp;A Workflow</a:t>
            </a:r>
            <a:endParaRPr/>
          </a:p>
        </p:txBody>
      </p:sp>
      <p:sp>
        <p:nvSpPr>
          <p:cNvPr id="349" name="Google Shape;349;p25"/>
          <p:cNvSpPr txBox="1"/>
          <p:nvPr>
            <p:ph idx="1" type="body"/>
          </p:nvPr>
        </p:nvSpPr>
        <p:spPr>
          <a:xfrm>
            <a:off x="1303800" y="927600"/>
            <a:ext cx="7030500" cy="403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Query Resolution Agent (The Planner):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Converts user questions into a structured </a:t>
            </a:r>
            <a:r>
              <a:rPr b="1"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Query Spec</a:t>
            </a:r>
            <a:r>
              <a:rPr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(intent, filters, aggregations).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Maintains </a:t>
            </a:r>
            <a:r>
              <a:rPr b="1"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Conversation Memory</a:t>
            </a:r>
            <a:r>
              <a:rPr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(last 5 turns) to handle follow-up questions efficiently.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Data Extraction Agent (The Coder):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Translates the spec into precise </a:t>
            </a:r>
            <a:r>
              <a:rPr b="1"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DuckDB SQL</a:t>
            </a:r>
            <a:r>
              <a:rPr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and executes it.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Automatically handles upto 200MB scale through optimized SQL generation.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Validation Agent (The Quality Gate):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Audits the SQL and results against the user's intent.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1"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Self-Correction:</a:t>
            </a:r>
            <a:r>
              <a:rPr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Triggers </a:t>
            </a:r>
            <a:r>
              <a:rPr b="1"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up to 3 independent retries</a:t>
            </a:r>
            <a:r>
              <a:rPr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by routing back to either the Planner (for logic errors) or Coder (for SQL errors).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Formatter Agent (The Analyst):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Transforms raw table rows into </a:t>
            </a:r>
            <a:r>
              <a:rPr b="1"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concise, business-friendly natural language</a:t>
            </a:r>
            <a:r>
              <a:rPr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answers.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26"/>
          <p:cNvSpPr txBox="1"/>
          <p:nvPr>
            <p:ph type="ctrTitle"/>
          </p:nvPr>
        </p:nvSpPr>
        <p:spPr>
          <a:xfrm>
            <a:off x="824000" y="1613813"/>
            <a:ext cx="42555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Evidence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9" name="Google Shape;359;p27" title="chat window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495700"/>
            <a:ext cx="9143998" cy="41521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4" name="Google Shape;364;p28" title="insights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8738" y="152400"/>
            <a:ext cx="8326522" cy="48386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9" name="Google Shape;369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5150" y="152400"/>
            <a:ext cx="7593700" cy="48387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4" name="Google Shape;374;p30" title="main pag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468063"/>
            <a:ext cx="8839198" cy="42073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31"/>
          <p:cNvSpPr txBox="1"/>
          <p:nvPr>
            <p:ph type="title"/>
          </p:nvPr>
        </p:nvSpPr>
        <p:spPr>
          <a:xfrm>
            <a:off x="1388625" y="772725"/>
            <a:ext cx="6366900" cy="186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Thank You</a:t>
            </a:r>
            <a:endParaRPr/>
          </a:p>
        </p:txBody>
      </p:sp>
      <p:sp>
        <p:nvSpPr>
          <p:cNvPr id="380" name="Google Shape;380;p31"/>
          <p:cNvSpPr txBox="1"/>
          <p:nvPr>
            <p:ph idx="1" type="body"/>
          </p:nvPr>
        </p:nvSpPr>
        <p:spPr>
          <a:xfrm>
            <a:off x="1388625" y="2712300"/>
            <a:ext cx="6366900" cy="11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en-GB"/>
              <a:t>By: Fardeen Alam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Momentum">
  <a:themeElements>
    <a:clrScheme name="Momentum">
      <a:dk1>
        <a:srgbClr val="C0791B"/>
      </a:dk1>
      <a:lt1>
        <a:srgbClr val="FFFFFF"/>
      </a:lt1>
      <a:dk2>
        <a:srgbClr val="424242"/>
      </a:dk2>
      <a:lt2>
        <a:srgbClr val="8DD8D3"/>
      </a:lt2>
      <a:accent1>
        <a:srgbClr val="0B6374"/>
      </a:accent1>
      <a:accent2>
        <a:srgbClr val="FD5B58"/>
      </a:accent2>
      <a:accent3>
        <a:srgbClr val="599191"/>
      </a:accent3>
      <a:accent4>
        <a:srgbClr val="D7E6A3"/>
      </a:accent4>
      <a:accent5>
        <a:srgbClr val="27278B"/>
      </a:accent5>
      <a:accent6>
        <a:srgbClr val="D558AB"/>
      </a:accent6>
      <a:hlink>
        <a:srgbClr val="27278B"/>
      </a:hlink>
      <a:folHlink>
        <a:srgbClr val="2727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